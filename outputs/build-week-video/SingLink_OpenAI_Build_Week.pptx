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f8bc0681414fb4" /><Relationship Type="http://schemas.openxmlformats.org/officeDocument/2006/relationships/extended-properties" Target="/docProps/app.xml" Id="Rcf87d12c586644a4" /><Relationship Type="http://schemas.openxmlformats.org/officeDocument/2006/relationships/officeDocument" Target="/ppt/presentation.xml" Id="Rb93fc160816c4b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9acf6e4d9b4993"/>
  </p:sldMasterIdLst>
  <p:notesMasterIdLst>
    <p:notesMasterId xmlns:r="http://schemas.openxmlformats.org/officeDocument/2006/relationships" r:id="R1f5e23713ece4722"/>
  </p:notesMasterIdLst>
  <p:sldIdLst>
    <p:sldId xmlns:r="http://schemas.openxmlformats.org/officeDocument/2006/relationships" id="256" r:id="Rc95bf46623d1411f"/>
    <p:sldId xmlns:r="http://schemas.openxmlformats.org/officeDocument/2006/relationships" id="257" r:id="R5983389aa8f740da"/>
    <p:sldId xmlns:r="http://schemas.openxmlformats.org/officeDocument/2006/relationships" id="258" r:id="Rf7cdc0ddf3c44232"/>
    <p:sldId xmlns:r="http://schemas.openxmlformats.org/officeDocument/2006/relationships" id="259" r:id="R9aeee9d9f4494210"/>
    <p:sldId xmlns:r="http://schemas.openxmlformats.org/officeDocument/2006/relationships" id="260" r:id="R4d184f0250ce46ad"/>
    <p:sldId xmlns:r="http://schemas.openxmlformats.org/officeDocument/2006/relationships" id="261" r:id="R186e72934d3e4422"/>
    <p:sldId xmlns:r="http://schemas.openxmlformats.org/officeDocument/2006/relationships" id="262" r:id="R3d59f07baa364f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6661B037-3C3D-2EC7-8301-4884189EFE13}" name="八重樫 守【仙台広瀬学生】" initials="守八" userId="S::s2201111@sendai.kosen-ac.jp::a8f21ff8-52a8-4f4c-9ac6-2f51b0710a74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469c9590874e76" /><Relationship Type="http://schemas.openxmlformats.org/officeDocument/2006/relationships/slideMaster" Target="/ppt/slideMasters/slideMaster1.xml" Id="R3e9acf6e4d9b4993" /><Relationship Type="http://schemas.openxmlformats.org/officeDocument/2006/relationships/notesMaster" Target="/ppt/notesMasters/notesMaster1.xml" Id="R1f5e23713ece4722" /><Relationship Type="http://schemas.openxmlformats.org/officeDocument/2006/relationships/presProps" Target="/ppt/presProps.xml" Id="Rcdf2aad9f25c4203" /><Relationship Type="http://schemas.openxmlformats.org/officeDocument/2006/relationships/viewProps" Target="/ppt/viewProps.xml" Id="R4fcae9a8364b4b10" /><Relationship Type="http://schemas.openxmlformats.org/officeDocument/2006/relationships/tableStyles" Target="/ppt/tableStyles.xml" Id="R21b3f78b310c4c0b" /><Relationship Type="http://schemas.microsoft.com/office/2018/10/relationships/authors" Target="/ppt/authors.xml" Id="Ra034b9f3f7424174" /><Relationship Type="http://schemas.openxmlformats.org/officeDocument/2006/relationships/slide" Target="/ppt/slides/slide1.xml" Id="Rc95bf46623d1411f" /><Relationship Type="http://schemas.openxmlformats.org/officeDocument/2006/relationships/slide" Target="/ppt/slides/slide2.xml" Id="R5983389aa8f740da" /><Relationship Type="http://schemas.openxmlformats.org/officeDocument/2006/relationships/slide" Target="/ppt/slides/slide3.xml" Id="Rf7cdc0ddf3c44232" /><Relationship Type="http://schemas.openxmlformats.org/officeDocument/2006/relationships/slide" Target="/ppt/slides/slide4.xml" Id="R9aeee9d9f4494210" /><Relationship Type="http://schemas.openxmlformats.org/officeDocument/2006/relationships/slide" Target="/ppt/slides/slide5.xml" Id="R4d184f0250ce46ad" /><Relationship Type="http://schemas.openxmlformats.org/officeDocument/2006/relationships/slide" Target="/ppt/slides/slide6.xml" Id="R186e72934d3e4422" /><Relationship Type="http://schemas.openxmlformats.org/officeDocument/2006/relationships/slide" Target="/ppt/slides/slide7.xml" Id="R3d59f07baa364f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7880561cd244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250288e03a4132" /><Relationship Type="http://schemas.openxmlformats.org/officeDocument/2006/relationships/notesMaster" Target="/ppt/notesMasters/notesMaster1.xml" Id="R7cb0225f90854f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bd5190ab86471b" /><Relationship Type="http://schemas.openxmlformats.org/officeDocument/2006/relationships/notesMaster" Target="/ppt/notesMasters/notesMaster1.xml" Id="Rfa8fae96b3fa41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6f7b48e4ff4c07" /><Relationship Type="http://schemas.openxmlformats.org/officeDocument/2006/relationships/notesMaster" Target="/ppt/notesMasters/notesMaster1.xml" Id="R0e83f773588641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590034f009480b" /><Relationship Type="http://schemas.openxmlformats.org/officeDocument/2006/relationships/notesMaster" Target="/ppt/notesMasters/notesMaster1.xml" Id="R4fa88b9e030044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280f1962e3412f" /><Relationship Type="http://schemas.openxmlformats.org/officeDocument/2006/relationships/notesMaster" Target="/ppt/notesMasters/notesMaster1.xml" Id="R5828eb913cc34c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70d95649cc4b05" /><Relationship Type="http://schemas.openxmlformats.org/officeDocument/2006/relationships/notesMaster" Target="/ppt/notesMasters/notesMaster1.xml" Id="R4a3b8f4610754a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700d4361e44deb" /><Relationship Type="http://schemas.openxmlformats.org/officeDocument/2006/relationships/notesMaster" Target="/ppt/notesMasters/notesMaster1.xml" Id="R2c8a35aaeea749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日本語には、きらきらのような音を表す言葉がたくさんあります。便利で楽しい言葉ですが、単語の一覧だけでは覚えにくいことがあります。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Narration: Japanese has many sound words, such as kira-kira for sparkling. They are useful and fun, but they can be hard to remember from a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SingLinkは、日本語の音を表す言葉を短いクイズとカラオケ体験に変えます。5曲から選び、4問に答えます。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Narration: SingLink turns these words into a short quiz and karaoke experience. First, you choose one of five familiar melodies. Then you answer four Japanese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クイズの後、ずんだもんが4つの正しい文を歌います。日本語の歌詞がメロディーに合わせて光り、英語字幕が意味を説明します。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Narration: After the quiz, Zundamon sings the four correct sentences. The Japanese lyrics light up with the melody, and English subtitles explain the meaning.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Week中に、335件の学習データ、英語UIと字幕、5曲、Scoreの音符に基づく同期処理をWebへ実装しました。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Narration: During OpenAI Build Week, I rebuilt important parts for the Web. I prepared 335 learning records with original examples, meanings, singing readings, and English support. I also added a responsive English interface, five melody choices, and timing based on the notes in the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公開デモは固定4問と事前生成音声を使い、準備なしで試せます。通常モードはローカルWindowsとVOICEVOXを使って新しい歌を生成します。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Narration: Judges can open a fixed demo on GitHub Pages with no setup. It uses four fixed questions and one pre-generated singing sample. Normal mode is different. It creates a new song from random quiz answers on a local Windows computer with VOICEVOX.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CodexとGPT-5.6は、旧アプリ調査、Web移植、データ確認、英語機能、テストを支援しました。最終判断はhachi-moriが行いました。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Narration: I used Codex and GPT-5.6 to study the old app, move the score logic to the Web, check the learning data, build the English features, and test the result. I made the final learning, design, and publishing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SingLinkは、カラオケを通じて日本語の言葉、音、意味をつなぎます。画面のリンクから公開デモを試せます。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Narration: SingLink connects Japanese words, sound, and meaning through karaoke. It gives learners one more way to repeat and remember. You can try the public demo from the link on screen.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fca7f78cf44f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168a4f32d4f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1f76e7b0746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5a5cf059f42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0ad66d7ce44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cf561d5ca4e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ef9e7c0e34b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a930ca323c430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a934ab39d4f9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1a3ad553e14f0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cba880c9f4b84" /></Relationships>
</file>

<file path=ppt/slideLayouts/slideLayout1.xml><?xml version="1.0" encoding="utf-8"?>
<p:sldLayout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B9B6D39B-120A-BA5B-A0D0-531B5188F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字幕 2">
            <a:extLst xmlns:a="http://schemas.openxmlformats.org/drawingml/2006/main">
              <a:ext uri="{FF2B5EF4-FFF2-40B4-BE49-F238E27FC236}">
                <a16:creationId xmlns:a16="http://schemas.microsoft.com/office/drawing/2014/main" id="{53EAFFDB-73D9-64AC-684D-49055ACD2A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マスター サブタイトルの書式設定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D660BC34-3347-FC36-A9B7-6B51A57123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A06F7F1-579A-46E1-A3B2-403C99E4434F}" type="datetime1">
              <a:t>2026/7/13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6B728C91-33E3-D609-AC4F-1D7A42ED28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AA99DDE-CBB9-FA22-9A33-DF5703E75E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9A5EF38-5453-7A51-31CC-7FCAB76076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2B04169-1978-838E-B8C8-44451CA6616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CA906092-C16B-4DF2-937F-4A0DAA83B28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3CAFDA8-F463-46ED-B01B-146D0F789047}" type="datetime1">
              <a:t>2026/7/13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ED806843-6DB1-0B76-5D32-AC47AC99AA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0289D72-6506-9C9B-6B1C-D728A276FFC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8254D01-0A95-26D1-BA5F-B303E0768F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C43746C6-9E41-BE50-D99D-0D0689913E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E31F600A-50CE-D3AC-6034-69ACD45082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7E511FE-5A60-46AC-A23F-6602E6B2B8D6}" type="datetime1">
              <a:t>2026/7/13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FA75D66-2162-8AE2-02F2-F2F2BB6D13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79DF8FFB-2C33-4E47-1B5D-AC9C944E14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A31B1078-CFEA-2CED-4D93-08221BD7DE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A68E97D-9C58-FE6D-2E29-FDCC45DA1D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1FD365D6-1FA8-5A70-E63A-6E8E8D1082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EFF7F1A-E409-E2BB-781C-B4C66825E2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E3C6F79-31BF-4D57-8F60-FC64330C4790}" type="datetime1">
              <a:t>2026/7/13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426F9529-6075-86CC-9B21-49BA982A96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9E6B8A78-FD6C-7B8F-2E14-71BC81C157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023F07E-9D27-689A-CF1B-4A44ABC05E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3B3675A-C3E1-547C-0307-CD7F807C98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00DC8CC3-B0E5-57BE-0C3B-CBA9EC3D2B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A154537-A66B-9F5E-A036-D3BBA780C36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424FFDE-9D8F-413E-3F1A-7DC7E0D75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0D5981E7-053C-C1B4-20B6-42BA5822C91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3AA23BC-26FC-4A22-8E30-AA88FB67D01D}" type="datetime1">
              <a:t>2026/7/13</a:t>
            </a:fld>
          </a:p>
        </p:txBody>
      </p:sp>
      <p:sp>
        <p:nvSpPr>
          <p:cNvPr id="8" name="フッター プレースホルダー 7">
            <a:extLst xmlns:a="http://schemas.openxmlformats.org/drawingml/2006/main">
              <a:ext uri="{FF2B5EF4-FFF2-40B4-BE49-F238E27FC236}">
                <a16:creationId xmlns:a16="http://schemas.microsoft.com/office/drawing/2014/main" id="{CBA0C8EC-C599-7BDA-B9CA-F658C1233B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スライド番号プレースホルダー 8">
            <a:extLst xmlns:a="http://schemas.openxmlformats.org/drawingml/2006/main">
              <a:ext uri="{FF2B5EF4-FFF2-40B4-BE49-F238E27FC236}">
                <a16:creationId xmlns:a16="http://schemas.microsoft.com/office/drawing/2014/main" id="{5BB15866-6585-8B43-E3AD-700B635E87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C947C65D-18A0-2A6C-A940-2539388E1A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日付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6A591942-39A3-07CD-A821-DE464F915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D17E33-350F-4B23-A822-D367341589CC}" type="datetime1">
              <a:t>2026/7/13</a:t>
            </a:fld>
          </a:p>
        </p:txBody>
      </p:sp>
      <p:sp>
        <p:nvSpPr>
          <p:cNvPr id="4" name="フッター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87DD97F1-8F38-094E-B49E-380E24A22E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スライド番号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5984D0EF-0D57-B8F3-4148-DA5486ACF7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付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5DEFBB4B-6A83-5028-A313-F878B9DEC4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1D3017-2904-4440-AEDF-ECFC29496689}" type="datetime1">
              <a:t>2026/7/13</a:t>
            </a:fld>
          </a:p>
        </p:txBody>
      </p:sp>
      <p:sp>
        <p:nvSpPr>
          <p:cNvPr id="3" name="フッター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3C8C3605-905D-BA0A-5738-417742A716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スライド番号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761DB09E-3D20-A4B8-3871-3066DE69E1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2EC9BED2-7D6F-3BB4-B55C-981AC47FC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コンテンツ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8E61DA86-615C-22B3-7089-F8EE5619A8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423454AC-B4E9-8B9E-8696-7B8DC1CAEC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8E9D4E09-01FE-489A-8DDC-67358C21C7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D37AC4D-8B2F-4D23-847F-D31ADEB79B30}" type="datetime1">
              <a:t>2026/7/13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AA77255E-68DB-EA3D-1E57-6B0F208BF6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E893297A-C4C7-34CC-DFB1-6540B69B4F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7FC1B977-832A-35FC-BC79-1B1AF2345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図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6F7F47B-FAAD-65A2-ADF6-C143036F1D9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テキスト 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D6349A0-1F09-CD73-65A9-0123D60630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65ADB7E-7A63-A98B-847F-CF5ACFFD06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31C3A2-7E3C-454C-B125-7E72D6EF137D}" type="datetime1">
              <a:t>2026/7/13</a:t>
            </a:fld>
          </a:p>
        </p:txBody>
      </p:sp>
      <p:sp>
        <p:nvSpPr>
          <p:cNvPr id="6" name="フッター 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02B3CA0B-26B2-EE4E-20EB-05A5B4CCAC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4BF9229D-B17A-838D-9AB3-6B4A7EFCC7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1">
            <a:extLst xmlns:a="http://schemas.openxmlformats.org/drawingml/2006/main">
              <a:ext uri="{FF2B5EF4-FFF2-40B4-BE49-F238E27FC236}">
                <a16:creationId xmlns:a16="http://schemas.microsoft.com/office/drawing/2014/main" id="{07CDDDEA-0985-FF26-EC35-35134FE1A4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A0FDF828-CCEA-4425-ABD8-EEB0C2939F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F7253F18-92F4-035C-1976-61FE8F8CD8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95A87B-A51F-471E-A59C-A5F64403074B}" type="datetime1">
              <a:t>2026/7/13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BFD94296-784C-3E23-93F2-6ABFBB9370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5733FDE4-3DDF-E868-3829-3F1865C975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縦書きタイトル 1">
            <a:extLst xmlns:a="http://schemas.openxmlformats.org/drawingml/2006/main">
              <a:ext uri="{FF2B5EF4-FFF2-40B4-BE49-F238E27FC236}">
                <a16:creationId xmlns:a16="http://schemas.microsoft.com/office/drawing/2014/main" id="{D9E88A50-F311-27D4-927C-987B85AA7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縦書き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2C868CCA-DFA9-18CD-6FFC-5587A00A5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91060B93-4BC2-6980-861A-EE683DBC26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96CD9C-96CA-468B-A822-7B3027853717}" type="datetime1">
              <a:t>2026/7/13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B3F96D8D-798D-AADD-B84B-BCA74543D9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4B50712C-2039-EF96-DE32-6BB3A35983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f7953b615e4acc" /><Relationship Type="http://schemas.openxmlformats.org/officeDocument/2006/relationships/slideLayout" Target="/ppt/slideLayouts/slideLayout1.xml" Id="R18ecad4958b34a63" /><Relationship Type="http://schemas.openxmlformats.org/officeDocument/2006/relationships/slideLayout" Target="/ppt/slideLayouts/slideLayout2.xml" Id="Rf2b7346f06b04c89" /><Relationship Type="http://schemas.openxmlformats.org/officeDocument/2006/relationships/slideLayout" Target="/ppt/slideLayouts/slideLayout3.xml" Id="Rb0a4b0c0e219419f" /><Relationship Type="http://schemas.openxmlformats.org/officeDocument/2006/relationships/slideLayout" Target="/ppt/slideLayouts/slideLayout4.xml" Id="R09970294c20744ba" /><Relationship Type="http://schemas.openxmlformats.org/officeDocument/2006/relationships/slideLayout" Target="/ppt/slideLayouts/slideLayout5.xml" Id="R727d1f92e7f04598" /><Relationship Type="http://schemas.openxmlformats.org/officeDocument/2006/relationships/slideLayout" Target="/ppt/slideLayouts/slideLayout6.xml" Id="R36ac528db0474523" /><Relationship Type="http://schemas.openxmlformats.org/officeDocument/2006/relationships/slideLayout" Target="/ppt/slideLayouts/slideLayout7.xml" Id="Reaf02df17bb042be" /><Relationship Type="http://schemas.openxmlformats.org/officeDocument/2006/relationships/slideLayout" Target="/ppt/slideLayouts/slideLayout8.xml" Id="R2840c852735043c4" /><Relationship Type="http://schemas.openxmlformats.org/officeDocument/2006/relationships/slideLayout" Target="/ppt/slideLayouts/slideLayout9.xml" Id="R5d9e53bb84d54169" /><Relationship Type="http://schemas.openxmlformats.org/officeDocument/2006/relationships/slideLayout" Target="/ppt/slideLayouts/slideLayout10.xml" Id="R96c74a6a7e034cdf" /><Relationship Type="http://schemas.openxmlformats.org/officeDocument/2006/relationships/slideLayout" Target="/ppt/slideLayouts/slideLayout11.xml" Id="R29e8b87211a946a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タイトル プレースホルダー 1">
            <a:extLst xmlns:a="http://schemas.openxmlformats.org/drawingml/2006/main">
              <a:ext uri="{FF2B5EF4-FFF2-40B4-BE49-F238E27FC236}">
                <a16:creationId xmlns:a16="http://schemas.microsoft.com/office/drawing/2014/main" id="{7E8FAECC-DF24-B7D5-B5BD-31A169BC12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マスター タイトルの書式設定</a:t>
            </a:r>
          </a:p>
        </p:txBody>
      </p:sp>
      <p:sp>
        <p:nvSpPr>
          <p:cNvPr id="3" name="テキスト プレースホルダー 2">
            <a:extLst xmlns:a="http://schemas.openxmlformats.org/drawingml/2006/main">
              <a:ext uri="{FF2B5EF4-FFF2-40B4-BE49-F238E27FC236}">
                <a16:creationId xmlns:a16="http://schemas.microsoft.com/office/drawing/2014/main" id="{ECE19647-4AE6-67D0-D50C-02FAA451B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マスター テキストの書式設定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 xmlns:a="http://schemas.openxmlformats.org/drawingml/2006/main">
            <a:pPr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>
            <a:extLst xmlns:a="http://schemas.openxmlformats.org/drawingml/2006/main">
              <a:ext uri="{FF2B5EF4-FFF2-40B4-BE49-F238E27FC236}">
                <a16:creationId xmlns:a16="http://schemas.microsoft.com/office/drawing/2014/main" id="{ACD0DA7E-DD29-2A35-6294-B3AACA1505D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C4104B0-3930-4887-8268-1FEE38DFE72E}" type="datetime1">
              <a:t>2026/7/13</a:t>
            </a:fld>
          </a:p>
        </p:txBody>
      </p:sp>
      <p:sp>
        <p:nvSpPr>
          <p:cNvPr id="5" name="フッター プレースホルダー 4">
            <a:extLst xmlns:a="http://schemas.openxmlformats.org/drawingml/2006/main">
              <a:ext uri="{FF2B5EF4-FFF2-40B4-BE49-F238E27FC236}">
                <a16:creationId xmlns:a16="http://schemas.microsoft.com/office/drawing/2014/main" id="{7E20F58A-0041-697E-955A-059D3B87B5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スライド番号プレースホルダー 5">
            <a:extLst xmlns:a="http://schemas.openxmlformats.org/drawingml/2006/main">
              <a:ext uri="{FF2B5EF4-FFF2-40B4-BE49-F238E27FC236}">
                <a16:creationId xmlns:a16="http://schemas.microsoft.com/office/drawing/2014/main" id="{9BF231F8-1534-434C-7D3E-E23F45E6E7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93C4688-B301-4F34-8E42-EC54A0A4864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ecad4958b34a63"/>
    <p:sldLayoutId xmlns:r="http://schemas.openxmlformats.org/officeDocument/2006/relationships" id="2147483650" r:id="Rf2b7346f06b04c89"/>
    <p:sldLayoutId xmlns:r="http://schemas.openxmlformats.org/officeDocument/2006/relationships" id="2147483651" r:id="Rb0a4b0c0e219419f"/>
    <p:sldLayoutId xmlns:r="http://schemas.openxmlformats.org/officeDocument/2006/relationships" id="2147483652" r:id="R09970294c20744ba"/>
    <p:sldLayoutId xmlns:r="http://schemas.openxmlformats.org/officeDocument/2006/relationships" id="2147483653" r:id="R727d1f92e7f04598"/>
    <p:sldLayoutId xmlns:r="http://schemas.openxmlformats.org/officeDocument/2006/relationships" id="2147483654" r:id="R36ac528db0474523"/>
    <p:sldLayoutId xmlns:r="http://schemas.openxmlformats.org/officeDocument/2006/relationships" id="2147483655" r:id="Reaf02df17bb042be"/>
    <p:sldLayoutId xmlns:r="http://schemas.openxmlformats.org/officeDocument/2006/relationships" id="2147483656" r:id="R2840c852735043c4"/>
    <p:sldLayoutId xmlns:r="http://schemas.openxmlformats.org/officeDocument/2006/relationships" id="2147483657" r:id="R5d9e53bb84d54169"/>
    <p:sldLayoutId xmlns:r="http://schemas.openxmlformats.org/officeDocument/2006/relationships" id="2147483658" r:id="R96c74a6a7e034cdf"/>
    <p:sldLayoutId xmlns:r="http://schemas.openxmlformats.org/officeDocument/2006/relationships" id="2147483659" r:id="R29e8b87211a946a2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6bdfcb2db4320" /><Relationship Type="http://schemas.openxmlformats.org/officeDocument/2006/relationships/notesSlide" Target="/ppt/notesSlides/notesSlide1.xml" Id="R1917114f4bad40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576f3193042c8" /><Relationship Type="http://schemas.openxmlformats.org/officeDocument/2006/relationships/image" Target="/ppt/media/image.jpeg" Id="Rccdec79e8a854b73" /><Relationship Type="http://schemas.openxmlformats.org/officeDocument/2006/relationships/notesSlide" Target="/ppt/notesSlides/notesSlide2.xml" Id="Rc3795901a27f48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9f82c3d714b27" /><Relationship Type="http://schemas.openxmlformats.org/officeDocument/2006/relationships/image" Target="/ppt/media/image2.jpeg" Id="R8c69767a88624cd9" /><Relationship Type="http://schemas.openxmlformats.org/officeDocument/2006/relationships/notesSlide" Target="/ppt/notesSlides/notesSlide3.xml" Id="Ra5378cf74f944d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1488f79f84a55" /><Relationship Type="http://schemas.openxmlformats.org/officeDocument/2006/relationships/image" Target="/ppt/media/image3.jpeg" Id="Rce05293d0d834f5f" /><Relationship Type="http://schemas.openxmlformats.org/officeDocument/2006/relationships/image" Target="/ppt/media/image4.jpeg" Id="R17df45bff05c4b4a" /><Relationship Type="http://schemas.openxmlformats.org/officeDocument/2006/relationships/image" Target="/ppt/media/image2.jpeg" Id="Rbdf46229ebad4588" /><Relationship Type="http://schemas.openxmlformats.org/officeDocument/2006/relationships/image" Target="/ppt/media/image.jpeg" Id="R0c66b5919aec42be" /><Relationship Type="http://schemas.openxmlformats.org/officeDocument/2006/relationships/notesSlide" Target="/ppt/notesSlides/notesSlide4.xml" Id="R31c7f87cd7b74a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74aa23d9c4582" /><Relationship Type="http://schemas.openxmlformats.org/officeDocument/2006/relationships/image" Target="/ppt/media/image.jpeg" Id="R097a65c1bd3b4110" /><Relationship Type="http://schemas.openxmlformats.org/officeDocument/2006/relationships/notesSlide" Target="/ppt/notesSlides/notesSlide5.xml" Id="R49dfd20b32774a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17e6137e046a6" /><Relationship Type="http://schemas.openxmlformats.org/officeDocument/2006/relationships/image" Target="/ppt/media/image.jpeg" Id="Rf3505059a13141ae" /><Relationship Type="http://schemas.openxmlformats.org/officeDocument/2006/relationships/notesSlide" Target="/ppt/notesSlides/notesSlide6.xml" Id="Ra971d0c75a9e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e8a257c4d4135" /><Relationship Type="http://schemas.openxmlformats.org/officeDocument/2006/relationships/image" Target="/ppt/media/image.jpeg" Id="Raa694b675196498c" /><Relationship Type="http://schemas.openxmlformats.org/officeDocument/2006/relationships/notesSlide" Target="/ppt/notesSlides/notesSlide7.xml" Id="Rae82bb34936d485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ED353E4A-1C11-1CCC-6B00-EF1FC458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58B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accent6">
                    <a:lumMod val="75000"/>
                  </a:schemeClr>
                </a:solidFill>
                <a:latin typeface="Noto Sans JP Black"/>
                <a:ea typeface="Noto Sans JP Black"/>
                <a:cs typeface="Noto Sans JP Black"/>
              </a:rPr>
              <a:t>OpenAI Build Week · Demo</a:t>
            </a:r>
          </a:p>
        </p:txBody>
      </p:sp>
      <p:sp>
        <p:nvSpPr>
          <p:cNvPr id="8" name="テキスト ボックス 7">
            <a:extLst xmlns:a="http://schemas.openxmlformats.org/drawingml/2006/main">
              <a:ext uri="{FF2B5EF4-FFF2-40B4-BE49-F238E27FC236}">
                <a16:creationId xmlns:a16="http://schemas.microsoft.com/office/drawing/2014/main" id="{25267823-09C0-D90D-502F-322B0E48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4313" y="735903"/>
            <a:ext cx="365196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0000"/>
              </a:lnSpc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Project &amp; code</a:t>
            </a:r>
          </a:p>
          <a:p xmlns:a="http://schemas.openxmlformats.org/drawingml/2006/main">
            <a:pPr algn="r">
              <a:lnSpc>
                <a:spcPct val="150000"/>
              </a:lnSpc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hachi-mori</a:t>
            </a:r>
          </a:p>
        </p:txBody>
      </p:sp>
      <p:sp>
        <p:nvSpPr>
          <p:cNvPr id="7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68286699-5AE4-992F-5EE7-5BCEF041F5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D75FED6-38D0-DE9C-92C0-6E7FA635581C}" type="slidenum">
              <a:t>1</a:t>
            </a:fld>
          </a:p>
        </p:txBody>
      </p:sp>
      <p:sp>
        <p:nvSpPr>
          <p:cNvPr id="2" name="TextBox 40">
            <a:extLst xmlns:a="http://schemas.openxmlformats.org/drawingml/2006/main">
              <a:ext uri="{FF2B5EF4-FFF2-40B4-BE49-F238E27FC236}">
                <a16:creationId xmlns:a16="http://schemas.microsoft.com/office/drawing/2014/main" id="{EA5FD812-0ADE-4323-433A-A8A906B1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43" y="3296652"/>
            <a:ext cx="11627578" cy="6463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rot="0" spcFirstLastPara="0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 b="1">
                <a:solidFill>
                  <a:schemeClr val="tx1">
                    <a:lumMod val="85000"/>
                    <a:lumOff val="15000"/>
                  </a:schemeClr>
                </a:solidFill>
                <a:latin typeface="Noto Sans JP"/>
                <a:ea typeface="Noto Sans JP"/>
                <a:cs typeface="Noto Sans JP"/>
              </a:rPr>
              <a:t>A word becomes a song.</a:t>
            </a:r>
          </a:p>
        </p:txBody>
      </p:sp>
      <p:sp>
        <p:nvSpPr>
          <p:cNvPr id="3" name="テキスト ボックス 2">
            <a:extLst xmlns:a="http://schemas.openxmlformats.org/drawingml/2006/main">
              <a:ext uri="{FF2B5EF4-FFF2-40B4-BE49-F238E27FC236}">
                <a16:creationId xmlns:a16="http://schemas.microsoft.com/office/drawing/2014/main" id="{D34CE412-5F3D-EACD-ADAD-0F270871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" y="735903"/>
            <a:ext cx="223651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000"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SingLink</a:t>
            </a:r>
          </a:p>
        </p:txBody>
      </p:sp>
    </p:spTree>
    <p:extLst>
      <p:ext uri="{BB962C8B-B14F-4D97-AF65-F5344CB8AC3E}">
        <p14:creationId xmlns:p14="http://schemas.microsoft.com/office/powerpoint/2010/main" val="27316198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0FE30146-1E0A-61EE-0031-A4410A5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58B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accent6">
                    <a:lumMod val="75000"/>
                  </a:schemeClr>
                </a:solidFill>
                <a:latin typeface="Noto Sans JP Black"/>
                <a:ea typeface="Noto Sans JP Black"/>
                <a:cs typeface="Noto Sans JP Black"/>
              </a:rPr>
              <a:t>Quiz first. Sing next.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86660CC8-BF25-C98D-6AAF-486755C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5" y="1495041"/>
            <a:ext cx="8186420" cy="4696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1  Choose one of five melodies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/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2  Answer four short questions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/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3  Hear the correct sentences as karaoke</a:t>
            </a:r>
          </a:p>
        </p:txBody>
      </p:sp>
      <p:pic>
        <p:nvPicPr>
          <p:cNvPr id="15" name="図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ec79e8a854b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90408" y="1924397"/>
            <a:ext cx="5351867" cy="3009205"/>
          </a:xfrm>
          <a:prstGeom xmlns:a="http://schemas.openxmlformats.org/drawingml/2006/main" prst="rect">
            <a:avLst/>
          </a:prstGeom>
        </p:spPr>
      </p:pic>
      <p:sp>
        <p:nvSpPr>
          <p:cNvPr id="11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F9BC121-E1C8-DB2A-6623-01B0F2D26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23513715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00E5C50E-A8EC-68EA-BB0E-8160F56F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58B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accent6">
                    <a:lumMod val="75000"/>
                  </a:schemeClr>
                </a:solidFill>
                <a:latin typeface="Noto Sans JP Black"/>
                <a:ea typeface="Noto Sans JP Black"/>
                <a:cs typeface="Noto Sans JP Black"/>
              </a:rPr>
              <a:t>Learn by singing.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1D1E67A9-1102-2874-7D9D-1A3EA5A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4" y="1769676"/>
            <a:ext cx="6443091" cy="38503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Four correct sentences become one short song.</a:t>
            </a:r>
          </a:p>
        </p:txBody>
      </p:sp>
      <p:sp>
        <p:nvSpPr>
          <p:cNvPr id="5" name="テキスト ボックス 4">
            <a:extLst xmlns:a="http://schemas.openxmlformats.org/drawingml/2006/main">
              <a:ext uri="{FF2B5EF4-FFF2-40B4-BE49-F238E27FC236}">
                <a16:creationId xmlns:a16="http://schemas.microsoft.com/office/drawing/2014/main" id="{BF7ADF69-D484-64CE-4BD3-2750F27B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4" y="842674"/>
            <a:ext cx="7034276" cy="51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Japanese lyrics light up with each note.</a:t>
            </a:r>
          </a:p>
        </p:txBody>
      </p:sp>
      <p:sp>
        <p:nvSpPr>
          <p:cNvPr id="8" name="テキスト ボックス 7">
            <a:extLst xmlns:a="http://schemas.openxmlformats.org/drawingml/2006/main">
              <a:ext uri="{FF2B5EF4-FFF2-40B4-BE49-F238E27FC236}">
                <a16:creationId xmlns:a16="http://schemas.microsoft.com/office/drawing/2014/main" id="{652A5EA1-7911-9474-1ED4-15FDABEC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889" y="4695449"/>
            <a:ext cx="1987465" cy="929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English meaning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stays visible.</a:t>
            </a:r>
          </a:p>
        </p:txBody>
      </p:sp>
      <p:sp>
        <p:nvSpPr>
          <p:cNvPr id="12" name="テキスト ボックス 11">
            <a:extLst xmlns:a="http://schemas.openxmlformats.org/drawingml/2006/main">
              <a:ext uri="{FF2B5EF4-FFF2-40B4-BE49-F238E27FC236}">
                <a16:creationId xmlns:a16="http://schemas.microsoft.com/office/drawing/2014/main" id="{00276239-9386-6279-D847-F56B91A9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4" y="5849816"/>
            <a:ext cx="6191250" cy="51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Karaoke result</a:t>
            </a:r>
          </a:p>
        </p:txBody>
      </p:sp>
      <p:pic>
        <p:nvPicPr>
          <p:cNvPr id="48" name="図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9767a88624c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18424" y="1764869"/>
            <a:ext cx="6673576" cy="3748887"/>
          </a:xfrm>
          <a:prstGeom xmlns:a="http://schemas.openxmlformats.org/drawingml/2006/main" prst="rect">
            <a:avLst/>
          </a:prstGeom>
        </p:spPr>
      </p:pic>
      <p:sp>
        <p:nvSpPr>
          <p:cNvPr id="25" name="テキスト ボックス 24">
            <a:extLst xmlns:a="http://schemas.openxmlformats.org/drawingml/2006/main">
              <a:ext uri="{FF2B5EF4-FFF2-40B4-BE49-F238E27FC236}">
                <a16:creationId xmlns:a16="http://schemas.microsoft.com/office/drawing/2014/main" id="{CA954A33-5EE9-92C4-700A-E1D8375D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540" y="1025065"/>
            <a:ext cx="2565908" cy="51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rgbClr val="548235"/>
                </a:solidFill>
                <a:latin typeface="源ノ角ゴシック VF Medium"/>
                <a:ea typeface="源ノ角ゴシック VF Medium"/>
                <a:cs typeface="源ノ角ゴシック VF Medium"/>
              </a:rPr>
              <a:t>Lyrics</a:t>
            </a:r>
          </a:p>
        </p:txBody>
      </p:sp>
      <p:sp>
        <p:nvSpPr>
          <p:cNvPr id="27" name="テキスト ボックス 26">
            <a:extLst xmlns:a="http://schemas.openxmlformats.org/drawingml/2006/main">
              <a:ext uri="{FF2B5EF4-FFF2-40B4-BE49-F238E27FC236}">
                <a16:creationId xmlns:a16="http://schemas.microsoft.com/office/drawing/2014/main" id="{83D47FAC-03A9-0CB1-446C-088C1344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564" y="5770465"/>
            <a:ext cx="2565908" cy="51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rgbClr val="548235"/>
                </a:solidFill>
                <a:latin typeface="源ノ角ゴシック VF Medium"/>
                <a:ea typeface="源ノ角ゴシック VF Medium"/>
                <a:cs typeface="源ノ角ゴシック VF Medium"/>
              </a:rPr>
              <a:t>Meaning</a:t>
            </a:r>
          </a:p>
        </p:txBody>
      </p:sp>
      <p:sp>
        <p:nvSpPr>
          <p:cNvPr id="30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5603A687-2D01-7476-1613-8137D2EFC8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22408801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3FB6E11A-F0CA-3FCA-4DAC-D6F015AC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58B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accent6">
                    <a:lumMod val="75000"/>
                  </a:schemeClr>
                </a:solidFill>
                <a:latin typeface="Noto Sans JP Black"/>
                <a:ea typeface="Noto Sans JP Black"/>
                <a:cs typeface="Noto Sans JP Black"/>
              </a:rPr>
              <a:t>Built during OpenAI Build Week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97911293-5DCF-2D71-A9E2-B20BDCDF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4" y="2230305"/>
            <a:ext cx="7297130" cy="38503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335 learning records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Original examples and meanings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Singing readings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English interface and subtitles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Five melody choices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Score-note timing for karaoke</a:t>
            </a:r>
          </a:p>
        </p:txBody>
      </p:sp>
      <p:sp>
        <p:nvSpPr>
          <p:cNvPr id="5" name="テキスト ボックス 4">
            <a:extLst xmlns:a="http://schemas.openxmlformats.org/drawingml/2006/main">
              <a:ext uri="{FF2B5EF4-FFF2-40B4-BE49-F238E27FC236}">
                <a16:creationId xmlns:a16="http://schemas.microsoft.com/office/drawing/2014/main" id="{38C0B1D8-C9E2-087C-4CBD-89714CC0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484" y="1381135"/>
            <a:ext cx="9543034" cy="5105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New Web learning features, tested during Build Week</a:t>
            </a:r>
          </a:p>
        </p:txBody>
      </p:sp>
      <p:pic>
        <p:nvPicPr>
          <p:cNvPr id="29" name="図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5293d0d834f5f"/>
          <a:srcRect xmlns:a="http://schemas.openxmlformats.org/drawingml/2006/main" l="0" t="0" r="0" b="114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563456" y="4794109"/>
            <a:ext cx="3203677" cy="1595625"/>
          </a:xfrm>
          <a:prstGeom xmlns:a="http://schemas.openxmlformats.org/drawingml/2006/main" prst="rect">
            <a:avLst/>
          </a:prstGeom>
        </p:spPr>
      </p:pic>
      <p:pic>
        <p:nvPicPr>
          <p:cNvPr id="30" name="図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f45bff05c4b4a"/>
          <a:srcRect xmlns:a="http://schemas.openxmlformats.org/drawingml/2006/main" l="0" t="0" r="0" b="12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8785115" y="1974063"/>
            <a:ext cx="3217401" cy="1591673"/>
          </a:xfrm>
          <a:prstGeom xmlns:a="http://schemas.openxmlformats.org/drawingml/2006/main" prst="rect">
            <a:avLst/>
          </a:prstGeom>
        </p:spPr>
      </p:pic>
      <p:pic>
        <p:nvPicPr>
          <p:cNvPr id="31" name="図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46229ebad4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162063" y="4794110"/>
            <a:ext cx="2840453" cy="1595626"/>
          </a:xfrm>
          <a:prstGeom xmlns:a="http://schemas.openxmlformats.org/drawingml/2006/main" prst="rect">
            <a:avLst/>
          </a:prstGeom>
        </p:spPr>
      </p:pic>
      <p:pic>
        <p:nvPicPr>
          <p:cNvPr id="32" name="図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6b5919aec42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675087" y="1974064"/>
            <a:ext cx="2830790" cy="1591673"/>
          </a:xfrm>
          <a:prstGeom xmlns:a="http://schemas.openxmlformats.org/drawingml/2006/main" prst="rect">
            <a:avLst/>
          </a:prstGeom>
        </p:spPr>
      </p:pic>
      <p:sp>
        <p:nvSpPr>
          <p:cNvPr id="21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09C89ACE-7E19-5378-2280-02A38773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7078992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0FE30146-1E0A-61EE-0031-A4410A5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58B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accent6">
                    <a:lumMod val="75000"/>
                  </a:schemeClr>
                </a:solidFill>
                <a:latin typeface="Noto Sans JP Black"/>
                <a:ea typeface="Noto Sans JP Black"/>
                <a:cs typeface="Noto Sans JP Black"/>
              </a:rPr>
              <a:t>A demo with no setup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86660CC8-BF25-C98D-6AAF-486755C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5" y="1495041"/>
            <a:ext cx="8186420" cy="4696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PUBLIC DEMO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Fixed four questions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Pre-generated singing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Works on GitHub Pages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/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NORMAL MODE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Four random questions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t>Creates a song from the correct sentences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Windows + VOICEVOX</a:t>
            </a:r>
          </a:p>
        </p:txBody>
      </p:sp>
      <p:pic>
        <p:nvPicPr>
          <p:cNvPr id="15" name="図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a65c1bd3b4110"/>
          <a:srcRect xmlns:a="http://schemas.openxmlformats.org/drawingml/2006/main" l="26000" t="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90408" y="1924397"/>
            <a:ext cx="5351867" cy="3009205"/>
          </a:xfrm>
          <a:prstGeom xmlns:a="http://schemas.openxmlformats.org/drawingml/2006/main" prst="rect">
            <a:avLst/>
          </a:prstGeom>
        </p:spPr>
      </p:pic>
      <p:sp>
        <p:nvSpPr>
          <p:cNvPr id="11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F9BC121-E1C8-DB2A-6623-01B0F2D26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</p:spTree>
    <p:extLst>
      <p:ext uri="{BB962C8B-B14F-4D97-AF65-F5344CB8AC3E}">
        <p14:creationId xmlns:p14="http://schemas.microsoft.com/office/powerpoint/2010/main" val="23513715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0FE30146-1E0A-61EE-0031-A4410A5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58B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accent6">
                    <a:lumMod val="75000"/>
                  </a:schemeClr>
                </a:solidFill>
                <a:latin typeface="Noto Sans JP Black"/>
                <a:ea typeface="Noto Sans JP Black"/>
                <a:cs typeface="Noto Sans JP Black"/>
              </a:rPr>
              <a:t>How Codex helped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86660CC8-BF25-C98D-6AAF-486755C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5" y="1495041"/>
            <a:ext cx="8186420" cy="4696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Study the earlier app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Move score logic to the Web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Check 335 learning records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Build the English experience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Test timing, layout, and demo flow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/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Final learning, design, and publishing decisions: hachi-mori</a:t>
            </a:r>
          </a:p>
        </p:txBody>
      </p:sp>
      <p:pic>
        <p:nvPicPr>
          <p:cNvPr id="15" name="図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05059a13141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90408" y="1924397"/>
            <a:ext cx="5351867" cy="3009205"/>
          </a:xfrm>
          <a:prstGeom xmlns:a="http://schemas.openxmlformats.org/drawingml/2006/main" prst="rect">
            <a:avLst/>
          </a:prstGeom>
        </p:spPr>
      </p:pic>
      <p:sp>
        <p:nvSpPr>
          <p:cNvPr id="11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F9BC121-E1C8-DB2A-6623-01B0F2D26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</p:spTree>
    <p:extLst>
      <p:ext uri="{BB962C8B-B14F-4D97-AF65-F5344CB8AC3E}">
        <p14:creationId xmlns:p14="http://schemas.microsoft.com/office/powerpoint/2010/main" val="23513715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テキスト ボックス 3">
            <a:extLst xmlns:a="http://schemas.openxmlformats.org/drawingml/2006/main">
              <a:ext uri="{FF2B5EF4-FFF2-40B4-BE49-F238E27FC236}">
                <a16:creationId xmlns:a16="http://schemas.microsoft.com/office/drawing/2014/main" id="{0FE30146-1E0A-61EE-0031-A4410A59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463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F58B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>
                <a:solidFill>
                  <a:schemeClr val="accent6">
                    <a:lumMod val="75000"/>
                  </a:schemeClr>
                </a:solidFill>
                <a:latin typeface="Noto Sans JP Black"/>
                <a:ea typeface="Noto Sans JP Black"/>
                <a:cs typeface="Noto Sans JP Black"/>
              </a:rPr>
              <a:t>Try SingLink</a:t>
            </a:r>
          </a:p>
        </p:txBody>
      </p:sp>
      <p:sp>
        <p:nvSpPr>
          <p:cNvPr id="2" name="テキスト ボックス 1">
            <a:extLst xmlns:a="http://schemas.openxmlformats.org/drawingml/2006/main">
              <a:ext uri="{FF2B5EF4-FFF2-40B4-BE49-F238E27FC236}">
                <a16:creationId xmlns:a16="http://schemas.microsoft.com/office/drawing/2014/main" id="{86660CC8-BF25-C98D-6AAF-486755CF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25" y="1495041"/>
            <a:ext cx="8186420" cy="4696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Words + sound + meaning, connected by karaoke.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/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Public fixed demo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hachi-mori.github.io/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SingLink-Parody-Song-Maker/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openai-build-week/?demo=1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/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t>VOICEVOX:ずんだもん  |  Art: Ryotsu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Project, score &amp; accompaniment: hachi-mori</a:t>
            </a:r>
          </a:p>
          <a:p xmlns:a="http://schemas.openxmlformats.org/drawingml/2006/main">
            <a:pPr>
              <a:lnSpc>
                <a:spcPts val="3300"/>
              </a:lnSpc>
              <a:buNone/>
            </a:pPr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  <a:latin typeface="源ノ角ゴシック VF Medium"/>
                <a:ea typeface="源ノ角ゴシック VF Medium"/>
                <a:cs typeface="源ノ角ゴシック VF Medium"/>
              </a:rPr>
              <a:t>Font: Futehodo Maru Gothic (SIL OFL 1.1)</a:t>
            </a:r>
          </a:p>
        </p:txBody>
      </p:sp>
      <p:pic>
        <p:nvPicPr>
          <p:cNvPr id="15" name="図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694b675196498c"/>
          <a:srcRect xmlns:a="http://schemas.openxmlformats.org/drawingml/2006/main" l="26000" t="0" r="0" b="8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90408" y="1924397"/>
            <a:ext cx="5351867" cy="3009205"/>
          </a:xfrm>
          <a:prstGeom xmlns:a="http://schemas.openxmlformats.org/drawingml/2006/main" prst="rect">
            <a:avLst/>
          </a:prstGeom>
        </p:spPr>
      </p:pic>
      <p:sp>
        <p:nvSpPr>
          <p:cNvPr id="11" name="スライド番号プレースホルダー 6">
            <a:extLst xmlns:a="http://schemas.openxmlformats.org/drawingml/2006/main">
              <a:ext uri="{FF2B5EF4-FFF2-40B4-BE49-F238E27FC236}">
                <a16:creationId xmlns:a16="http://schemas.microsoft.com/office/drawing/2014/main" id="{8F9BC121-E1C8-DB2A-6623-01B0F2D26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351371596"/>
      </p:ext>
    </p:extLst>
  </p:cSld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2026-07-20T16:11:45.8080000Z</dcterms:created>
  <dcterms:modified xsi:type="dcterms:W3CDTF">2026-07-20T16:11:45.8080000Z</dcterms:modified>
</coreProperties>
</file>